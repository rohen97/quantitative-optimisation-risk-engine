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APPROVE A CONTROLLED LIVE PILOT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APPROVE A CONTROLLED LIVE 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60"/>
          <p:cNvSpPr txBox="1"/>
          <p:nvPr/>
        </p:nvSpPr>
        <p:spPr>
          <a:xfrm>
            <a:off x="3739896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60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87.5 / 100"/>
          <p:cNvSpPr txBox="1"/>
          <p:nvPr/>
        </p:nvSpPr>
        <p:spPr>
          <a:xfrm>
            <a:off x="6501384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87.5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3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13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3 August validation scorecard and point-in-time 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13 August validation scorecard and point-in-time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Approve a small, human-supervised live pilot. Do n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Approve a small, human-supervised live pilot. Do not authorize unattended or full-scale deployment yet.</a:t>
            </a:r>
          </a:p>
        </p:txBody>
      </p:sp>
      <p:sp>
        <p:nvSpPr>
          <p:cNvPr id="12" name="Text: Why it earns a pilot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it earns a pilot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Adaptive VaR passes overall and chronological holdout tests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Turnover and modeled cost drag now meet both 1.5 targets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Zero hard breaches with auditable forecasts and trades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lagg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lagged equal weight by 1.06% per year in this 60-month sample (p=0.734).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Strong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Both targets met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Improve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DRL is a challenger, not the final authority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DRL is a challenger, not the final authority</a:t>
            </a:r>
          </a:p>
        </p:txBody>
      </p:sp>
      <p:sp>
        <p:nvSpPr>
          <p:cNvPr id="44" name="Text: Five real PPO seeds failed the validation hurdle a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Five real PPO seeds failed the validation hurdle and did not improve untouched-test Sharpe. The CVaR baseline remains at 100%.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Delistings improved; observed historical availabi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Delistings improved; observed historical availability remains the main gap.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PIT evidence 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PIT evidence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156,960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156,960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59,183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59,183</a:t>
            </a:r>
          </a:p>
        </p:txBody>
      </p:sp>
      <p:sp>
        <p:nvSpPr>
          <p:cNvPr id="23" name="Text: delistings archived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delistings archived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7,081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Provider outcome: EODHD added 59,183 delistings; N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Provider outcome: EODHD added 59,183 delistings; Nasdaq entitlement yielded five usable rows; Beam was unavailable; SEC blocked this runner. Unavailable history is never treated as observed.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target per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per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target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target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3988.HK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Bank of China Ltd 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Shanghai International Port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Everbright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CS.PA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AXA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Klepierre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McDonalds Corporation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Procter &amp; Gamble Company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SBRY.LSE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J Sainsbury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 ADR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holdings at 5%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quarantined price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Mainland China 30%; EU ex-DACH 25%; Financials and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Mainland China 30%; EU ex-DACH 25%; Financials and Consumer Staples 25%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50863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-27.4%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-5.1%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355.3m; net PnL is $169.3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$355.3m; net PnL is $169.3m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13.8%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1.26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-13.0%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9601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9601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26 and drawdown was 13.0%, bette"/>
          <p:cNvSpPr txBox="1"/>
          <p:nvPr/>
        </p:nvSpPr>
        <p:spPr>
          <a:xfrm>
            <a:off x="8503920" y="194767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1.26 and drawdown was 13.0%,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88% versus Wolf at 13.81%"/>
          <p:cNvSpPr txBox="1"/>
          <p:nvPr/>
        </p:nvSpPr>
        <p:spPr>
          <a:xfrm>
            <a:off x="8503920" y="341071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14.88% versus Wolf at 13.81%.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4300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4300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48768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0.108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-1.24%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3.29%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$6.8bn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-20.9%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$1.5m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-28.4%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$2.4bn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$2.2bn.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430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430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calibration now passes; approval stays condi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calibration now passes; approval stays conditional</a:t>
            </a:r>
          </a:p>
        </p:txBody>
      </p:sp>
      <p:sp>
        <p:nvSpPr>
          <p:cNvPr id="3" name="Text: Adaptive VaR fixed exception clustering without h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Adaptive VaR fixed exception clustering without hiding PIT and alpha limits.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2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668"/>
                <a:gridCol w="780917"/>
                <a:gridCol w="1171375"/>
                <a:gridCol w="1033566"/>
                <a:gridCol w="1033566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62/1152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0.557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0.367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10/1152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0.645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0.072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21/460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0.664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0.074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3/460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0.423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0.843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2588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2588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Adaptive risk stack: 15 / 15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Adaptive risk stack: 15 / 15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The holdout is chronological reconstructed evidence, not a pristine future shadow period.</a:t>
            </a:r>
          </a:p>
        </p:txBody>
      </p:sp>
      <p:sp>
        <p:nvSpPr>
          <p:cNvPr id="15" name="Text: Overall 87.5/100  |  6 pass  |  PIT and portfolio 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87.5/100  |  6 pass  |  PIT and portfolio warnings  |  0 critical failures  |  full local suite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1.28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1.28%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33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1.33x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94183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94183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1.06% per year and the difference was not significant (p=0.734).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60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60-month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42-page PDF, plain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42-page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Approve a controlled live pilot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Approve a controlled live pilot.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bability calibratio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probability calibration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87.5/100  | 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87.5/100  |  As of 13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2026-08-13T19:37:16Z</dcterms:created>
  <dcterms:modified xsi:type="dcterms:W3CDTF">2026-08-13T19:37:16Z</dcterms:modified>
  <cp:category/>
</cp:coreProperties>
</file>